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AI 기반 고객 맞춤형 상품 상세설명 시스템</a:t>
            </a:r>
          </a:p>
          <a:p>
            <a:r>
              <a:rPr sz="1800" b="0">
                <a:solidFill>
                  <a:srgbClr val="CFE3F7"/>
                </a:solidFill>
                <a:latin typeface="Malgun Gothic"/>
              </a:rPr>
              <a:t>성별·연령 세그먼트별 AI 카피라이팅부터 자기 적합도 평가·리뷰 기반 키워드 제안까지 — 조별과제 최종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6692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FC7E0"/>
                </a:solidFill>
                <a:latin typeface="Malgun Gothic"/>
              </a:rPr>
              <a:t>[팀명 / 조 번호]        [팀원 이름]   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1. 프로젝트 개요 — 배경과 목표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2. 주요 기능 한눈에 보기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3. 시스템 아키텍처 &amp; 기술 스택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4. 고객 세그먼트 &amp; 개인화 매칭 로직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5. 데이터 모델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6. 화면 구성 — 운영자 어드민 · 성향키워드 관리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7. 화면 구성 — 운영자 어드민 · 상품 상세설명 관리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8. 화면 구성 — 고객화면(FO)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9. AI 자기 적합도 평가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10. AI 키워드 제안 — 리뷰 기반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11. Gemini API 사용량 관리 &amp; 안정성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12. 개발 중 기술적 도전과 해결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13. 알려진 한계 &amp; 향후 개선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14. 결론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프로젝트 개요 — 배경과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이커머스 상품 설명은 모든 고객에게 동일하게 노출되지만, 실제로는 고객군마다 중요하게 여기는 포인트가 다르다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문제의식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세그먼트마다 상세설명을 관리자가 일일이 수작업으로 다시 쓰기엔 상품 수만큼 반복 작업이 필요하다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AI에게 전적으로 맡기면 브랜드 톤·사실관계를 관리자가 통제하기 어렵다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목표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관리자가 정한 세그먼트별 키워드를 AI가 참고해 설명을 재구성하는 "협업형" 개인화 시스템 구축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로그인 회원의 성별·연령을 성향 세그먼트로 매칭해 FO에 자동으로 맞춤 설명 노출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AI가 생성에서 그치지 않고 스스로 적합도를 평가하고, 리뷰를 분석해 키워드까지 제안하도록 역할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주요 기능 한눈에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성별×연령 6개 세그먼트(10~20대/30~40대/50대이상 × 남/여) 정의 및 회원 프로필(출생년도 기반) 수집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세그먼트별 키워드는 상품별이 아닌 전체 상품 공통 1세트로 관리자가 입력·관리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상품 기본설명을 직접 입력하거나, URL/이미지에서 AI로 텍스트 추출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세그먼트별 AI 설명 생성(개별/전체), 관리자 승인 후에만 고객화면 노출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AI가 생성 직후 스스로 키워드 반영도를 0~100점으로 채점(자기 적합도 평가)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그 세그먼트 고객이 실제로 남긴 리뷰를 분석해 AI가 키워드 후보를 제안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Gemini API 사용량(RPM/TPM/RPD)을 추적하는 관리자 대시보드 + 한도초과 전용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시스템 아키텍처 &amp; 기술 스택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5FB8"/>
                </a:solidFill>
                <a:latin typeface="Malgun Gothic"/>
              </a:rPr>
              <a:t>백엔드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▪ Java 21 + Spring Boot 3.5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▪ Spring Data JPA + PostgreSQL (Supabase)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▪ Google Gemini API — 세그먼트별 설명 생성 / 이미지·URL 텍스트 추출 / 키워드 제안 (responseSchema 고정 JSON)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▪ HikariCP 커넥션풀 튜닝(pool-size/idle-timeout)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▪ JVM ↔ DB 타임존 정합화(KST), 태평양시 기준 AI 사용량 초기화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5FB8"/>
                </a:solidFill>
                <a:latin typeface="Malgun Gothic"/>
              </a:rPr>
              <a:t>프론트엔드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▪ Vue 3 (Composition API, &lt;script setup&gt;) + TypeScript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▪ Vite dev server (/api 요청을 백엔드로 프록시)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▪ 운영자 어드민(성향키워드 관리 / 상세설명 관리) + 고객화면(FO) 개인화 노출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▪ axios 공통 인터셉터 — 429 전용 에러 메시지, 콜드스타트(서버 재기동) 안내 배너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고객 세그먼트 &amp; 개인화 매칭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세그먼트 = 성별(남/여) × 연령대(10~20대/30~40대/50대이상) = 6종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회원은 "연령"이 아니라 "출생년도"를 입력 — 다시 갱신하지 않아도 나이가 항상 정확히 계산됨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FO 노출 로직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로그인 회원의 성별+연령 → 세그먼트 매칭 → 승인(APPROVED)된 설명이 있으면 그것을, 없으면 기본 설명을 노출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AI 생성 프롬프트 구성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기본 설명(사실관계) + 관리자 지정 키워드(강조 포인트) + 세그먼트 톤 → AI가 재구성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재생성/수동 수정 시 승인 상태는 자동 초기화되어 재검수를 유도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데이터 모델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297680"/>
              </a:tblGrid>
              <a:tr h="8412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엔티티</a:t>
                      </a:r>
                    </a:p>
                  </a:txBody>
                  <a:tcPr>
                    <a:solidFill>
                      <a:srgbClr val="0B5F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핵심 필드</a:t>
                      </a:r>
                    </a:p>
                  </a:txBody>
                  <a:tcPr>
                    <a:solidFill>
                      <a:srgbClr val="0B5F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0B5FB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A2A4A"/>
                          </a:solidFill>
                          <a:latin typeface="Malgun Gothic"/>
                        </a:rPr>
                        <a:t>Member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algun Gothic"/>
                        </a:rPr>
                        <a:t>name, phone(PK), gender, birthYear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algun Gothic"/>
                        </a:rPr>
                        <a:t>이름+전화번호로 식별하는 경량 회원. 출생년도로 나이를 항상 최신 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A2A4A"/>
                          </a:solidFill>
                          <a:latin typeface="Malgun Gothic"/>
                        </a:rPr>
                        <a:t>SegmentKeyword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algun Gothic"/>
                        </a:rPr>
                        <a:t>segment(PK),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algun Gothic"/>
                        </a:rPr>
                        <a:t>세그먼트당 1세트, 전체 상품 공통 키워드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A2A4A"/>
                          </a:solidFill>
                          <a:latin typeface="Malgun Gothic"/>
                        </a:rPr>
                        <a:t>ProductDescriptionVariant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algun Gothic"/>
                        </a:rPr>
                        <a:t>product, segment, content, status, fitScore, fitScoreReason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algun Gothic"/>
                        </a:rPr>
                        <a:t>상품×세그먼트별 AI 생성 설명. DRAFT/APPROVED 상태 + AI 자기평가 점수·근거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A2A4A"/>
                          </a:solidFill>
                          <a:latin typeface="Malgun Gothic"/>
                        </a:rPr>
                        <a:t>Review (확장 필드)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algun Gothic"/>
                        </a:rPr>
                        <a:t>genderAtCreation, ageAtCreation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algun Gothic"/>
                        </a:rPr>
                        <a:t>작성 시점 성별/연령 스냅샷 — 세그먼트 판단이 시간에 따라 흔들리지 않도록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화면 구성 — 운영자 어드민 · 성향키워드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성별×연령 6개 세그먼트별로 강조 키워드를 자유 텍스트로 입력·저장(전체 상품 공통 1세트)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"AI 추천 키워드" 버튼 — 그 세그먼트 고객이 실제로 쓴 리뷰를 AI가 분석해 후보 키워드를 제안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제안된 키워드는 클릭 한 번으로 입력창에 추가되고, 저장은 관리자가 검토 후 별도로 실행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분석 가능한 리뷰가 3건 미만이면 AI를 호출하지 않고 "리뷰 부족"으로 안내(토큰 절약)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화면 구성 — 운영자 어드민 · 상품 상세설명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기본 상세설명을 직접 입력하거나, 상품 URL/이미지에서 AI로 텍스트를 추출해 채움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세그먼트별 "AI 생성"(개별) / "전체 생성"(6개 세그먼트 한 번에) 지원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생성된 설명에는 AI 자기 적합도 점수(0~100)와 평가 근거가 함께 표시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직접 수정·삭제 가능, 승인해야 고객화면에 노출(미승인 상태는 "초안" 배지로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화면 구성 — 고객화면(FO)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로그인(이름/전화번호) 시 최초 1회 성별·출생년도(선택)를 추가로 입력, "내 정보"에서 언제든 수정 가능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상품상세: 내 세그먼트에 승인된 맞춤 설명이 있으면 "고객님을 위한 맞춤 설명" 배지와 함께 노출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정보 수정 즉시 보고 있던 상품상세 설명이 다시 조회되어 반영됨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맞춤 설명이 없으면 기본 설명으로 자연스럽게 대체(빈 화면 없이 항상 설명 노출)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AI 자기 적합도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설명 생성 프롬프트에 "완성한 설명이 키워드를 얼마나 반영했는지 스스로 0~100점 채점"을 함께 요청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Gemini responseSchema에 description과 함께 fitScore/fitScoreReason 필드를 정의해 한 번의 호출로 동시에 응답받음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관리자 승인 화면에 점수(고/중/저 색상 배지)와 근거 문장을 표시해 검수 판단을 보조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관리자가 내용을 직접 수정하면 점수는 더 이상 그 내용을 반영하지 않으므로 자동으로 비움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AI 키워드 제안 — 리뷰 기반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리뷰 작성 시점의 성별·연령을 스냅샷(genderAtCreation/ageAtCreation)으로 저장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회원이 나중에 정보를 바꿔도 과거 리뷰의 세그먼트 소속은 그대로 유지됨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외부에서 가져온 리뷰는 실제 작성자를 알 수 없으므로 분석 대상에서 자동 제외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세그먼트에 해당하는 리뷰 발췌를 모아 Gemini에게 "반복적으로 언급되는 특징"을 근거로 키워드 후보를 요청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관리자가 후보를 확인하고 선택적으로 채택 — AI 제안이 곧바로 저장되지는 않음(최종 결정은 사람)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Gemini API 사용량 관리 &amp; 안정성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무료 등급 한도(RPM/TPM/RPD)를 설정으로 관리 — 배포 환경(계정)마다 다른 한도를 환경변수로 조정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Google 한도 초기화 기준(태평양시 자정)에 맞춰 "오늘" 사용량을 계산하고, 화면에는 한국시간 구간으로 함께 표시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일별 요청수/토큰수를 누적 기록하는 사용량 대시보드 제공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429(사용량 초과)는 별도 예외로 감지해 "잠시 후 재시도" 안내를 명확히 구분 표시(막연한 "실패" 대신)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개발 중 기술적 도전과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세그먼트 드리프트 — 리뷰 세그먼트를 매번 현재 회원 정보로 재조회하면, 연령을 갱신하는 순간 과거 리뷰까지 세그먼트가 바뀜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→ 작성 시점 성별·연령을 스냅샷으로 고정 저장해 해결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연령의 근본적 한계 — "연령"은 입력 시점 스냅샷이라 재입력 없이는 계속 stale해짐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→ Member를 "출생년도" 저장 + 계산형 getAge()로 전환해 갱신 없이도 항상 정확하게 유지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JVM/DB 타임존 불일치 — 컨테이너 기본 UTC 때문에 등록일시가 9시간 밀림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→ Dockerfile에 -Duser.timezone=Asia/Seoul 지정, SQL native query의 now()는 Java 시각을 파라미터로 별도 전달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Supabase 커넥션 풀 한도 초과 — 배포 중 이전 인스턴스와 겹쳐 세션 풀 15개 한도를 초과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→ HikariCP pool-size 축소 + idle-timeout/max-lifetime 단축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Render 무료 플랜 슬립 모드 — 15분 미사용 시 서버가 잠들어 첫 요청이 멈춘 것처럼 보임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Malgun Gothic"/>
              </a:rPr>
              <a:t>– → 요청 지연을 감지해 "서버를 깨우는 중" 안내 배너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알려진 한계 &amp;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세그먼트는 성별×연령 3구간뿐 — 구매이력·즐겨찾기 기반 취향 세그먼트로 확장 여지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AI 키워드 제안은 리뷰 3건 미만이면 동작하지 않음 — 초기 상품/세그먼트는 데이터가 쌓이기 전까지 활용 어려움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Google Search grounding 미적용 — 지금은 우리 DB의 리뷰 텍스트만 참고, 실시간 트렌드 검색은 반영하지 않음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AI 적합도 점수는 AI 스스로의 자기평가일 뿐, 실제 전환율 등 정량 지표와의 상관관계는 검증되지 않음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무료 플랜 인프라(Render 슬립/Supabase 커넥션 제한)로 인한 배포 안정성은 유료 전환 시 해소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B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결론 및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"관리자 키워드 입력 → AI 생성 → 자기평가 → 리뷰기반 키워드 제안"까지 이어지는 협업형 개인화 파이프라인을 직접 구현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세그먼트 판단의 시간적 정합성(출생년도, 작성시점 스냅샷) 등 실서비스 수준의 데이터 정합성 문제까지 고려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Gemini API 사용량/한도/오류를 투명하게 관리하는 운영 대시보드까지 갖춘 완결된 기능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2A4A"/>
                </a:solidFill>
                <a:latin typeface="Malgun Gothic"/>
              </a:rPr>
              <a:t>▪ 감사합니다. 질문 받겠습니다.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Malgun Gothic"/>
              </a:rPr>
              <a:t>AI 기반 고객 맞춤형 상품 상세설명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